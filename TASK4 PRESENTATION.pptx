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D31D7F-C54B-44D5-9AF9-75A4A479791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FE3F1E-85BA-43B6-AFEE-71D106328C5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83BF45-4550-4E88-851B-FBF4AA57E9E1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9FD4F6-39F0-4FFB-BEE3-FAAA9245D4B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06FB41-235B-4A9D-8289-300F8BEA12A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1BB286-197D-43A1-8223-CC9AB5D5335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7EFF8B-C7E0-4637-B411-495962A2875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FDC4F2-C4BA-4608-84EE-A55267795A4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35A548-5DB7-4693-A15E-978C8D17E7C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1F8229-C851-4AD0-8D68-8C7E372155E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C108E4-2E92-4345-886B-F05525683C6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6.sv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0" name="Picture 4"/>
          <p:cNvPicPr/>
          <p:nvPr/>
        </p:nvPicPr>
        <p:blipFill>
          <a:blip r:embed="rId4"/>
          <a:stretch/>
        </p:blipFill>
        <p:spPr>
          <a:xfrm>
            <a:off x="870480" y="1052640"/>
            <a:ext cx="10450440" cy="47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Picture 60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272299" y="1122480"/>
            <a:ext cx="609120" cy="609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553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6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Content Placeholder 6"/>
          <p:cNvPicPr/>
          <p:nvPr/>
        </p:nvPicPr>
        <p:blipFill>
          <a:blip r:embed="rId4"/>
          <a:stretch/>
        </p:blipFill>
        <p:spPr>
          <a:xfrm>
            <a:off x="480240" y="2017440"/>
            <a:ext cx="3473280" cy="435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Picture 9"/>
          <p:cNvPicPr/>
          <p:nvPr/>
        </p:nvPicPr>
        <p:blipFill>
          <a:blip r:embed="rId5"/>
          <a:stretch/>
        </p:blipFill>
        <p:spPr>
          <a:xfrm>
            <a:off x="4344840" y="1999440"/>
            <a:ext cx="3501720" cy="438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12"/>
          <p:cNvPicPr/>
          <p:nvPr/>
        </p:nvPicPr>
        <p:blipFill>
          <a:blip r:embed="rId6"/>
          <a:stretch/>
        </p:blipFill>
        <p:spPr>
          <a:xfrm>
            <a:off x="8002440" y="1999440"/>
            <a:ext cx="3501720" cy="438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Picture 64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495800" y="265320"/>
            <a:ext cx="609120" cy="609120"/>
          </a:xfrm>
          <a:prstGeom prst="rect">
            <a:avLst/>
          </a:prstGeom>
          <a:ln w="0">
            <a:noFill/>
          </a:ln>
        </p:spPr>
      </p:pic>
      <p:pic>
        <p:nvPicPr>
          <p:cNvPr id="66" name="Graphic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33320" y="827640"/>
            <a:ext cx="10724760" cy="609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650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6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Content Placeholder 6"/>
          <p:cNvPicPr/>
          <p:nvPr/>
        </p:nvPicPr>
        <p:blipFill>
          <a:blip r:embed="rId4"/>
          <a:stretch/>
        </p:blipFill>
        <p:spPr>
          <a:xfrm>
            <a:off x="363960" y="1699200"/>
            <a:ext cx="3473280" cy="435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Picture 9"/>
          <p:cNvPicPr/>
          <p:nvPr/>
        </p:nvPicPr>
        <p:blipFill>
          <a:blip r:embed="rId5"/>
          <a:stretch/>
        </p:blipFill>
        <p:spPr>
          <a:xfrm>
            <a:off x="4344840" y="1663560"/>
            <a:ext cx="3501720" cy="438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12"/>
          <p:cNvPicPr/>
          <p:nvPr/>
        </p:nvPicPr>
        <p:blipFill>
          <a:blip r:embed="rId6"/>
          <a:stretch/>
        </p:blipFill>
        <p:spPr>
          <a:xfrm>
            <a:off x="7985880" y="1627560"/>
            <a:ext cx="3501720" cy="438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69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848960" y="238320"/>
            <a:ext cx="609120" cy="609120"/>
          </a:xfrm>
          <a:prstGeom prst="rect">
            <a:avLst/>
          </a:prstGeom>
          <a:ln w="0">
            <a:noFill/>
          </a:ln>
        </p:spPr>
      </p:pic>
      <p:pic>
        <p:nvPicPr>
          <p:cNvPr id="71" name="Graphic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28760" y="628200"/>
            <a:ext cx="10724760" cy="609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824" fill="hold"/>
                                        <p:tgtEl>
                                          <p:spTgt spid="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7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Content Placeholder 6"/>
          <p:cNvPicPr/>
          <p:nvPr/>
        </p:nvPicPr>
        <p:blipFill>
          <a:blip r:embed="rId4"/>
          <a:stretch/>
        </p:blipFill>
        <p:spPr>
          <a:xfrm>
            <a:off x="511560" y="1589760"/>
            <a:ext cx="3473280" cy="435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9"/>
          <p:cNvPicPr/>
          <p:nvPr/>
        </p:nvPicPr>
        <p:blipFill>
          <a:blip r:embed="rId5"/>
          <a:stretch/>
        </p:blipFill>
        <p:spPr>
          <a:xfrm>
            <a:off x="4239360" y="1589760"/>
            <a:ext cx="3501720" cy="438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12"/>
          <p:cNvPicPr/>
          <p:nvPr/>
        </p:nvPicPr>
        <p:blipFill>
          <a:blip r:embed="rId6"/>
          <a:stretch/>
        </p:blipFill>
        <p:spPr>
          <a:xfrm>
            <a:off x="7880400" y="1554120"/>
            <a:ext cx="3501720" cy="438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74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848960" y="87840"/>
            <a:ext cx="609120" cy="609120"/>
          </a:xfrm>
          <a:prstGeom prst="rect">
            <a:avLst/>
          </a:prstGeom>
          <a:ln w="0">
            <a:noFill/>
          </a:ln>
        </p:spPr>
      </p:pic>
      <p:pic>
        <p:nvPicPr>
          <p:cNvPr id="76" name="Graphic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28760" y="576720"/>
            <a:ext cx="10724760" cy="609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248" fill="hold"/>
                                        <p:tgtEl>
                                          <p:spTgt spid="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7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Content Placeholder 6"/>
          <p:cNvPicPr/>
          <p:nvPr/>
        </p:nvPicPr>
        <p:blipFill>
          <a:blip r:embed="rId4"/>
          <a:stretch/>
        </p:blipFill>
        <p:spPr>
          <a:xfrm>
            <a:off x="942840" y="2057400"/>
            <a:ext cx="10515240" cy="426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77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90200" y="378720"/>
            <a:ext cx="609120" cy="609120"/>
          </a:xfrm>
          <a:prstGeom prst="rect">
            <a:avLst/>
          </a:prstGeom>
          <a:ln w="0">
            <a:noFill/>
          </a:ln>
        </p:spPr>
      </p:pic>
      <p:pic>
        <p:nvPicPr>
          <p:cNvPr id="79" name="Graphic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33320" y="536400"/>
            <a:ext cx="10724760" cy="609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796" fill="hold"/>
                                        <p:tgtEl>
                                          <p:spTgt spid="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>
                  <p:stCondLst>
                    <p:cond delay="indefinite"/>
                  </p:stCondLst>
                  <p:endCondLst>
                    <p:cond evt="onStopAudio" delay="0"/>
                  </p:endCondLst>
                </p:cTn>
                <p:tgtEl>
                  <p:spTgt spid="7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0</Words>
  <Application>Microsoft Office PowerPoint</Application>
  <PresentationFormat>Widescreen</PresentationFormat>
  <Paragraphs>0</Paragraphs>
  <Slides>5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saf saib</dc:creator>
  <dc:description/>
  <cp:lastModifiedBy>saf saib</cp:lastModifiedBy>
  <cp:revision>5</cp:revision>
  <dcterms:created xsi:type="dcterms:W3CDTF">2026-10-27T14:28:11Z</dcterms:created>
  <dcterms:modified xsi:type="dcterms:W3CDTF">2026-10-27T15:12:59Z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PresentationFormat">
    <vt:lpwstr>Widescreen</vt:lpwstr>
  </property>
  <property fmtid="{D5CDD505-2E9C-101B-9397-08002B2CF9AE}" pid="4" name="Slides">
    <vt:i4>5</vt:i4>
  </property>
</Properties>
</file>